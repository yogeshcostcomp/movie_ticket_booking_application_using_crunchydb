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🦞  OpenClaw  vs  ⚡ SRE Ephemeral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A Detailed Architecture &amp; Design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8"/>
                </a:solidFill>
                <a:latin typeface="Segoe UI"/>
              </a:defRPr>
            </a:pPr>
            <a:r>
              <a:t>Personal AI Assistant  vs  Domain-Specific SRE 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38912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4500"/>
                </a:solidFill>
              </a:defRPr>
            </a:pPr>
            <a:r>
              <a:t>🦞 OpenClaw</a:t>
            </a:r>
          </a:p>
          <a:p>
            <a:pPr algn="ctr">
              <a:defRPr sz="1100">
                <a:solidFill>
                  <a:srgbClr val="B0B8C8"/>
                </a:solidFill>
              </a:defRPr>
            </a:pPr>
            <a:r>
              <a:t>211k ★ · 692 contributors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⚡ SRE Agent</a:t>
            </a:r>
          </a:p>
          <a:p>
            <a:pPr algn="ctr">
              <a:defRPr sz="1100">
                <a:solidFill>
                  <a:srgbClr val="B0B8C8"/>
                </a:solidFill>
              </a:defRPr>
            </a:pPr>
            <a:r>
              <a:t>Ephemeral · MCP ·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February 2026  ·  Yogesh Kumar  ·  IBM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Are We Comparing?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00"/>
                </a:solidFill>
                <a:latin typeface="Segoe UI"/>
              </a:defRPr>
            </a:pPr>
            <a:r>
              <a:t>🦞 OpenClaw — Personal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Always-on personal assistant daemon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Runs on YOUR devices (local-first)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10+ messaging channels (WhatsApp, Telegram,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  Slack, Discord, Signal, iMessage, Teams, etc.)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Gateway = WebSocket control plane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Pi Agent runtime (persistent, session-based)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Skills/Tools ecosystem (ClawHub registry)</a:t>
            </a:r>
          </a:p>
          <a:p>
            <a:pPr>
              <a:spcAft>
                <a:spcPts val="400"/>
              </a:spcAft>
              <a:defRPr sz="1300" b="1">
                <a:solidFill>
                  <a:srgbClr val="FFD600"/>
                </a:solidFill>
                <a:latin typeface="Segoe UI"/>
              </a:defRPr>
            </a:pPr>
            <a:r>
              <a:t>• Sub-agents via sessions_spawn (semi-ephemeral)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Voice Wake + Talk Mode + Live Canvas</a:t>
            </a:r>
          </a:p>
          <a:p>
            <a:pPr>
              <a:spcAft>
                <a:spcPts val="400"/>
              </a:spcAft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• 211k stars · MIT License ·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⚡ SRE Ephemeral Agent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On-demand SRE specialist agents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Runs as a web service (cloud-deployed)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Single chat interface (WebSocket + REST)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Orchestrator = FastAPI + LLM Brain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7 typed agents (Log, Health, Monitor, etc.)</a:t>
            </a:r>
          </a:p>
          <a:p>
            <a:pPr>
              <a:spcAft>
                <a:spcPts val="400"/>
              </a:spcAft>
              <a:defRPr sz="1300" b="1">
                <a:solidFill>
                  <a:srgbClr val="FFD600"/>
                </a:solidFill>
                <a:latin typeface="Segoe UI"/>
              </a:defRPr>
            </a:pPr>
            <a:r>
              <a:t>• Fully ephemeral — spawn → execute → destroy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MCP Server integration (30+ SRE tools)</a:t>
            </a:r>
          </a:p>
          <a:p>
            <a:pPr>
              <a:spcAft>
                <a:spcPts val="400"/>
              </a:spcAft>
              <a:defRPr sz="1300" b="1">
                <a:solidFill>
                  <a:srgbClr val="FFD600"/>
                </a:solidFill>
                <a:latin typeface="Segoe UI"/>
              </a:defRPr>
            </a:pPr>
            <a:r>
              <a:t>• Cooldown pool (120s) for reuse optimization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• Real-time pipeline visualization</a:t>
            </a:r>
          </a:p>
          <a:p>
            <a:pPr>
              <a:spcAft>
                <a:spcPts val="400"/>
              </a:spcAft>
              <a:defRPr sz="1300" b="0">
                <a:solidFill>
                  <a:srgbClr val="6B7280"/>
                </a:solidFill>
                <a:latin typeface="Segoe UI"/>
              </a:defRPr>
            </a:pPr>
            <a:r>
              <a:t>• Custom built · Python/FastAPI · Claude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Architecture: How Each System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53035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00"/>
                </a:solidFill>
                <a:latin typeface="Segoe UI"/>
              </a:defRPr>
            </a:pPr>
            <a:r>
              <a:t>🦞 OpenClaw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WhatsApp / Telegram / Slack / Discord / ...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  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          ▼</a:t>
            </a:r>
          </a:p>
          <a:p>
            <a:pPr>
              <a:spcAft>
                <a:spcPts val="400"/>
              </a:spcAft>
              <a:defRPr sz="1100" b="0">
                <a:solidFill>
                  <a:srgbClr val="FF4500"/>
                </a:solidFill>
                <a:latin typeface="Segoe UI"/>
              </a:defRPr>
            </a:pPr>
            <a:r>
              <a:t>┌─────────────────────────────┐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100" b="1">
                <a:solidFill>
                  <a:srgbClr val="FF4500"/>
                </a:solidFill>
                <a:latin typeface="Segoe UI"/>
              </a:defRPr>
            </a:pPr>
            <a:r>
              <a:t>│      Gateway (daemon)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FF4500"/>
                </a:solidFill>
                <a:latin typeface="Segoe UI"/>
              </a:defRPr>
            </a:pPr>
            <a:r>
              <a:t>│   ws://127.0.0.1:18789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FF4500"/>
                </a:solidFill>
                <a:latin typeface="Segoe UI"/>
              </a:defRPr>
            </a:pPr>
            <a:r>
              <a:t>└──────────┬──────────────────┘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┌──────┼──────┐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▼      ▼      ▼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Pi Agent  Skills  Nodes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(persist) (tools) (devices)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100" b="1">
                <a:solidFill>
                  <a:srgbClr val="FFD600"/>
                </a:solidFill>
                <a:latin typeface="Segoe UI"/>
              </a:defRPr>
            </a:pPr>
            <a:r>
              <a:t>    └── sessions_spawn ──► Sub-Agent</a:t>
            </a:r>
          </a:p>
          <a:p>
            <a:pPr>
              <a:spcAft>
                <a:spcPts val="400"/>
              </a:spcAft>
              <a:defRPr sz="1100" b="0">
                <a:solidFill>
                  <a:srgbClr val="FFD600"/>
                </a:solidFill>
                <a:latin typeface="Segoe UI"/>
              </a:defRPr>
            </a:pPr>
            <a:r>
              <a:t>         (semi-ephemeral, 60min archive)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53035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⚡ SRE Ephemeral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User Chat (WebSocket)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  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          ▼</a:t>
            </a:r>
          </a:p>
          <a:p>
            <a:pPr>
              <a:spcAft>
                <a:spcPts val="400"/>
              </a:spcAft>
              <a:defRPr sz="1100" b="0">
                <a:solidFill>
                  <a:srgbClr val="00D4FF"/>
                </a:solidFill>
                <a:latin typeface="Segoe UI"/>
              </a:defRPr>
            </a:pPr>
            <a:r>
              <a:t>┌─────────────────────────────┐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100" b="1">
                <a:solidFill>
                  <a:srgbClr val="00D4FF"/>
                </a:solidFill>
                <a:latin typeface="Segoe UI"/>
              </a:defRPr>
            </a:pPr>
            <a:r>
              <a:t>│   Orchestrator (FastAPI)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00D4FF"/>
                </a:solidFill>
                <a:latin typeface="Segoe UI"/>
              </a:defRPr>
            </a:pPr>
            <a:r>
              <a:t>│   + LLM Brain (Claude)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00D4FF"/>
                </a:solidFill>
                <a:latin typeface="Segoe UI"/>
              </a:defRPr>
            </a:pPr>
            <a:r>
              <a:t>└──────────┬──────────────────┘</a:t>
            </a:r>
          </a:p>
          <a:p>
            <a:pPr>
              <a:spcAft>
                <a:spcPts val="400"/>
              </a:spcAft>
              <a:defRPr sz="1100" b="1">
                <a:solidFill>
                  <a:srgbClr val="FFD600"/>
                </a:solidFill>
                <a:latin typeface="Segoe UI"/>
              </a:defRPr>
            </a:pPr>
            <a:r>
              <a:t>           │ classify intent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┌──────┼──────┬──────┐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▼      ▼      ▼      ▼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Log    Health  Monitor  Runbook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Agent  Agent   Agent    Agent</a:t>
            </a:r>
          </a:p>
          <a:p>
            <a:pPr>
              <a:spcAft>
                <a:spcPts val="400"/>
              </a:spcAft>
              <a:defRPr sz="1100" b="1">
                <a:solidFill>
                  <a:srgbClr val="00E676"/>
                </a:solidFill>
                <a:latin typeface="Segoe UI"/>
              </a:defRPr>
            </a:pPr>
            <a:r>
              <a:t>  (spawn)  (execute)  (destroy)</a:t>
            </a:r>
          </a:p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Segoe UI"/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100" b="1">
                <a:solidFill>
                  <a:srgbClr val="BB86FC"/>
                </a:solidFill>
                <a:latin typeface="Segoe UI"/>
              </a:defRPr>
            </a:pPr>
            <a:r>
              <a:t>    └── MCP Server (30+ SRE tools)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Core Architecture Comparison (4-Column)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77724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🦞 OpenClaw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77724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SRE Ephemeral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7772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Winner /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Agent Lifetime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2344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Persistent daemon — always running via launchd/systemd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2344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Ephemeral — created per-query, destroyed after 120s cooldown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23444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for isolation; OC ✓ for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78308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Central 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7830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Gateway (WebSocket control plane on port 18789)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7830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Orchestrator (FastAPI + WebSocket)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78308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Similar concept, different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33172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Agent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3317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Single Pi Agent (embedded pi-mono) with sessions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3317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7 typed agent classes (Log, Health, Monitor, etc.)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3172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specialization; OC ✓ flexibility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88036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Multi-Agent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28803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sessions_spawn → sub-agent (isolated session, generic)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8803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LLM classifies → typed specialist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8036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typed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42900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Who Decides Routing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4290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The agent itself decides when to spawn helpers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34290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External LLM Brain classifies user intent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42900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Different philosophy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7764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Agent-to-Agent Comms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39776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Yes — sessions_send with ping-pong reply loops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9776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No — orchestrator is single coordinator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97764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for complex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52628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State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5262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Session-persistent (JSONL transcripts, compaction)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5262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Stateless per-agent (fresh context every time)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52628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for SRE; OC ✓ for chat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07492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Tool Ecosystem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50749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Skills platform (ClawHub), bundled/managed/workspace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50749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MCP Server with 30+ fixed SRE tools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07492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extensibility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62356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Channels / I/O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56235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10+ channels (WhatsApp, Telegram, Slack, Discord...)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56235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Single web chat + REST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562356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multi-channel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617220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61722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Local daemon (npm/pnpm) + Docker + Nix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61722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Docker on cloud (Render, IBM CE)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617220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Different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Agent Lifecycle &amp; Session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77724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🦞 OpenClaw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77724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SRE Ephemeral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7772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Winner /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Creation Trigger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2344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Gateway starts → Pi Agent always exists; sub-agents via sessions_spawn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2344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User query → LLM classifies intent → typed agent instantiated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23444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on-demand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78308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Destruction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7830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Main agent: never (daemon). Sub-agents: archive after 60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7830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All agents: destroy after 120s cooldown (configurable)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78308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aggressive cleanup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33172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Session Reuse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3317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Same session persists daily (reset at 4 AM or idle timeout)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3317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Cooldown pool reuses same agent within 120s window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3172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Both optimize differently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88036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Nesting / Depth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28803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Sub-agents cannot spawn further sub-agents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8803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Agents cannot spawn other agents — orchestrator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8036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Same restriction, both safe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42900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Memory /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4290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Full session history (JSONL), compaction, memory flush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34290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Fresh each time — no history between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42900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continuity; SRE ✓ safety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7764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Registry / Audit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39776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Session store with metadata, transcripts, token 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9776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AgentRegistry singleton with object IDs, memory, threads, PID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97764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granular lifecycle 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52628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Cleanup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5262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keep (default) or delete flag on sub-agents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5262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Always destroyed + garbage collected after cooldown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52628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zero resource leakage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07492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Fault Isolation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50749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Sub-agent failure contained; main agent unaffected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50749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Any agent failure isolated; orchestrator routes to new 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07492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Both ✓ good isolation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62356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Concurrency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56235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Serialized per session key + optional global queue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56235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Multiple typed agents can run in parallel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562356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parallel by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617220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Cold Start Cost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61722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None — agent always running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61722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~ms (Python object creation) — mitigated by cooldown pool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617220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zero cold 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Security, Scalability &amp;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77724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🦞 OpenClaw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77724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SRE Ephemeral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7772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Winner /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State Leakage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2344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Possible — session context carries across messages unless scoped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2344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None — every agent starts fresh, zero cross-query contamination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23444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critical for incidents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78308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Horizontal Scaling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7830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Single gateway per install; multi-agent routing per 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7830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Spawn N agents in parallel; no shared mutable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78308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naturally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33172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Resource Efficiency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3317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Always-on daemon consumes base memory even when idle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3317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Zero memory when idle — agents exist only during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3172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for cloud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88036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Crash Recovery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28803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Gateway daemon restarts; sessions resume from JSONL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8803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Orchestrator stateless — just restart; no state to recover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8036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SRE ✓ simpler recovery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42900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Compliance /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4290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Session transcripts, send policy, sandbox visibility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34290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AgentRegistry: full lifecycle audit trail per agent with timestamps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42900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Both ✓ different focus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7764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Sandbox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39776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Docker sandboxes for non-main sessions; tool allowlists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97764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Each agent is naturally sandboxed by type (tools scoped)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97764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explicit; SRE ✓ implicit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52628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DM / Access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5262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Pairing codes, allowlists, sendPolicy per channel/session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52628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API key auth on MCP server; single-user chat 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52628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enterprise-grade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07492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50749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openclaw doctor, health checks, usage tracking, logging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507492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Pipeline visualization, /health, AgentRegistry inspect 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07492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Both ✓ different tooling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62356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Updates / Hot Reload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56235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Config hot-reload (hybrid mode), skills auto-update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562356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Docker redeploy; no hot-reload needed (stateless)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562356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OC ✓ zero-downtime config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6172200"/>
            <a:ext cx="201168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61722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Event streams (lifecycle, assistant, tool), block streaming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6172200"/>
            <a:ext cx="347472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B0B8C8"/>
                </a:solidFill>
                <a:latin typeface="Segoe UI"/>
              </a:defRPr>
            </a:pPr>
            <a:r>
              <a:t>WebSocket pipeline events (created→thinking→executing→done)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6172200"/>
            <a:ext cx="2743200" cy="530352"/>
          </a:xfrm>
          <a:prstGeom prst="roundRect">
            <a:avLst>
              <a:gd name="adj" fmla="val 5000"/>
            </a:avLst>
          </a:prstGeom>
          <a:solidFill>
            <a:srgbClr val="14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38100"/>
          <a:lstStyle/>
          <a:p>
            <a:pPr algn="l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Both ✓ real-time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500"/>
                </a:solidFill>
                <a:latin typeface="Segoe UI"/>
              </a:defRPr>
            </a:pPr>
            <a:r>
              <a:t>🦞 Advantages of OpenClaw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Multi-Channel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10+ channels (WhatsApp, Telegram, Slack, Discord, Signal, iMessage, Teams, etc.) — one assistant everywhere you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0584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Conversation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Persistent sessions with memory, compaction, and context carry-over — remembers what you discussed yesterday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317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Extensible Skills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ClawHub registry, bundled + managed + workspace skills, hot-reloading config — add capabilities without redeploying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317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Segoe UI"/>
              </a:defRPr>
            </a:pPr>
            <a:r>
              <a:t>Agent-to-Agent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sessions_send with ping-pong reply loops — agents can coordinate complex multi-step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576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Voice &amp; 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Voice Wake, Talk Mode, Live Canvas (A2UI) — speak to your assistant, see visual outputs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6576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Enterprise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23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DM pairing, allowlists, sendPolicy rules, Docker sandboxing — production-grade security for shared inboxes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8348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Local-First / Own Your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Runs on your devices, data stays on your machine, no cloud dependency — privacy by default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98348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Segoe UI"/>
              </a:defRPr>
            </a:pPr>
            <a:r>
              <a:t>Massive Community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49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211k stars, 692 contributors, 48 releases — battle-tested, actively maintained, huge ecosystem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⚡ Advantages of SRE Ephemeral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Zero State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Every agent starts fresh — no leftover data from previous queries. Critical for SRE where cross-contamination causes misdiagnosis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0584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Resource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Agents only consume memory/CPU while actively working. Zero cost when idle — perfect for cloud deployment and cost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317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Typed 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7 purpose-built agent types (Log, Health, Monitor, Runbook, Trace, Dashboard, Deploy) — each knows its domain deeply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317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Segoe UI"/>
              </a:defRPr>
            </a:pPr>
            <a:r>
              <a:t>Full Lifecycle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AgentRegistry tracks every agent: object ID, memory address, PID, thread, timestamps — provable creation and destruction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576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Natural Horizontal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Need 10 log agents during an outage? Spawn 10 — each isolated. No shared mutable state, no locking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6576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Fault Isolation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23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If a monitoring agent crashes, log and runbook agents are unaffected. Each failure is completely contained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8348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Cooldown Pool = Best of Both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120s cooldown means rapid-fire queries reuse the same agent (fast) but it still gets destroyed after idle (clean)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98348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Segoe UI"/>
              </a:defRPr>
            </a:pPr>
            <a:r>
              <a:t>Simple Crash 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49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Segoe UI"/>
              </a:defRPr>
            </a:pPr>
            <a:r>
              <a:t>Orchestrator is stateless — just restart. No sessions to recover, no JSONL to replay, no state to reconcile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When to Use Which?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00"/>
                </a:solidFill>
                <a:latin typeface="Segoe UI"/>
              </a:defRPr>
            </a:pPr>
            <a:r>
              <a:t>🦞 Use OpenClaw When...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You need a personal AI assistant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Always available across all your messaging apps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Conversation context matters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Long-running chats that need memory of prior context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Multi-channel presence is required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WhatsApp + Telegram + Slack + Discord simultaneously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Voice / visual interaction needed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Talk Mode, Voice Wake, Canvas for visual outputs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Local-first privacy is critical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Data never leaves your device, no cloud dependency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Complex multi-agent workflows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Agents need to talk to each other and coordinate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⚡ Use SRE Ephemeral When...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Domain-specific operations (SRE/DevOps)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Specialized agents for logs, health, monitoring, etc.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Each query must be independent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SRE incidents must never cross-contaminate analysis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Cloud cost optimization matters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Pay only for active work, zero idle resource usage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Compliance requires lifecycle proof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Audit trail showing exactly when agents existed/worked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Parallel agent execution needed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Multiple specialists working simultaneously during outage</a:t>
            </a:r>
          </a:p>
          <a:p>
            <a:pPr>
              <a:spcAft>
                <a:spcPts val="400"/>
              </a:spcAft>
              <a:defRPr sz="6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✓ Simple, stateless deployment</a:t>
            </a:r>
          </a:p>
          <a:p>
            <a:pPr>
              <a:spcAft>
                <a:spcPts val="400"/>
              </a:spcAft>
              <a:defRPr sz="1100" b="0">
                <a:solidFill>
                  <a:srgbClr val="B0B8C8"/>
                </a:solidFill>
                <a:latin typeface="Segoe UI"/>
              </a:defRPr>
            </a:pPr>
            <a:r>
              <a:t>  Docker container with no persistent state to manage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Insight: Different Problems, Different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144000" cy="14630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4500"/>
                </a:solidFill>
                <a:latin typeface="Segoe UI"/>
              </a:defRPr>
            </a:pPr>
            <a:r>
              <a:t>🦞 OpenClaw = A butler who lives in your house 24/7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  Knows your preferences, manages your life, always available</a:t>
            </a:r>
          </a:p>
          <a:p>
            <a:pPr>
              <a:spcAft>
                <a:spcPts val="400"/>
              </a:spcAft>
              <a:defRPr sz="8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D4FF"/>
                </a:solidFill>
                <a:latin typeface="Segoe UI"/>
              </a:defRPr>
            </a:pPr>
            <a:r>
              <a:t>⚡ SRE Agent = Calling a specialist when something breaks</a:t>
            </a:r>
          </a:p>
          <a:p>
            <a:pPr>
              <a:spcAft>
                <a:spcPts val="400"/>
              </a:spcAft>
              <a:defRPr sz="1300" b="0">
                <a:solidFill>
                  <a:srgbClr val="B0B8C8"/>
                </a:solidFill>
                <a:latin typeface="Segoe UI"/>
              </a:defRPr>
            </a:pPr>
            <a:r>
              <a:t>  Plumber shows up, fixes the pipe, sends the bill, leaves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Both architectures are valid — they solve different problems</a:t>
            </a:r>
          </a:p>
          <a:p>
            <a:pPr>
              <a:spcAft>
                <a:spcPts val="400"/>
              </a:spcAft>
              <a:defRPr sz="8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4500"/>
                </a:solidFill>
                <a:latin typeface="Segoe UI"/>
              </a:defRPr>
            </a:pPr>
            <a:r>
              <a:t>OpenClaw excels at: conversational AI, multi-channel presence,</a:t>
            </a:r>
          </a:p>
          <a:p>
            <a:pPr>
              <a:spcAft>
                <a:spcPts val="400"/>
              </a:spcAft>
              <a:defRPr sz="1400" b="0">
                <a:solidFill>
                  <a:srgbClr val="FF4500"/>
                </a:solidFill>
                <a:latin typeface="Segoe UI"/>
              </a:defRPr>
            </a:pPr>
            <a:r>
              <a:t>  personal assistant workflows, local-first privacy</a:t>
            </a:r>
          </a:p>
          <a:p>
            <a:pPr>
              <a:spcAft>
                <a:spcPts val="400"/>
              </a:spcAft>
              <a:defRPr sz="8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00D4FF"/>
                </a:solidFill>
                <a:latin typeface="Segoe UI"/>
              </a:defRPr>
            </a:pPr>
            <a:r>
              <a:t>SRE Ephemeral excels at: operational tooling, incident response,</a:t>
            </a:r>
          </a:p>
          <a:p>
            <a:pPr>
              <a:spcAft>
                <a:spcPts val="400"/>
              </a:spcAft>
              <a:defRPr sz="1400" b="0">
                <a:solidFill>
                  <a:srgbClr val="00D4FF"/>
                </a:solidFill>
                <a:latin typeface="Segoe UI"/>
              </a:defRPr>
            </a:pPr>
            <a:r>
              <a:t>  stateless cloud ops, audit compliance, resource efficiency</a:t>
            </a:r>
          </a:p>
          <a:p>
            <a:pPr>
              <a:spcAft>
                <a:spcPts val="400"/>
              </a:spcAft>
              <a:defRPr sz="800" b="0">
                <a:solidFill>
                  <a:srgbClr val="B0B8C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D600"/>
                </a:solidFill>
                <a:latin typeface="Segoe UI"/>
              </a:defRPr>
            </a:pPr>
            <a:r>
              <a:t>The real power? Combine both patterns:</a:t>
            </a:r>
          </a:p>
          <a:p>
            <a:pPr>
              <a:spcAft>
                <a:spcPts val="400"/>
              </a:spcAft>
              <a:defRPr sz="1400" b="0">
                <a:solidFill>
                  <a:srgbClr val="B0B8C8"/>
                </a:solidFill>
                <a:latin typeface="Segoe UI"/>
              </a:defRPr>
            </a:pPr>
            <a:r>
              <a:t>  Use OpenClaw as the always-on assistant layer</a:t>
            </a:r>
          </a:p>
          <a:p>
            <a:pPr>
              <a:spcAft>
                <a:spcPts val="400"/>
              </a:spcAft>
              <a:defRPr sz="1400" b="0">
                <a:solidFill>
                  <a:srgbClr val="B0B8C8"/>
                </a:solidFill>
                <a:latin typeface="Segoe UI"/>
              </a:defRPr>
            </a:pPr>
            <a:r>
              <a:t>  Use ephemeral agents as specialized workers it can dispatch</a:t>
            </a:r>
          </a:p>
          <a:p>
            <a:pPr>
              <a:spcAft>
                <a:spcPts val="400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  → sessions_spawn + typed agents = best of both worlds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"Not either/or — it's about choosing the right tool for the right job."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